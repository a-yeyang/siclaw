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625de94ace86452e" Type="http://schemas.openxmlformats.org/officeDocument/2006/relationships/extended-properties" Target="docProps/app.xml"/><Relationship Id="R8541e628c63540d9" Type="http://schemas.openxmlformats.org/package/2006/relationships/metadata/core-properties" Target="docProps/core.xml"/><Relationship Id="R8e43354936c544a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795b88bc14211"/>
  </p:sldMasterIdLst>
  <p:notesMasterIdLst>
    <p:notesMasterId xmlns:r="http://schemas.openxmlformats.org/officeDocument/2006/relationships" r:id="R97e5fb7b8d0540c2"/>
  </p:notesMasterIdLst>
  <p:sldIdLst>
    <p:sldId xmlns:r="http://schemas.openxmlformats.org/officeDocument/2006/relationships" id="256" r:id="Raf968e719e0645a2"/>
    <p:sldId xmlns:r="http://schemas.openxmlformats.org/officeDocument/2006/relationships" id="257" r:id="R3e1d1fe1d69f42eb"/>
    <p:sldId xmlns:r="http://schemas.openxmlformats.org/officeDocument/2006/relationships" id="258" r:id="Rb35ffe7e109147e2"/>
    <p:sldId xmlns:r="http://schemas.openxmlformats.org/officeDocument/2006/relationships" id="259" r:id="R61e908738bf94433"/>
    <p:sldId xmlns:r="http://schemas.openxmlformats.org/officeDocument/2006/relationships" id="260" r:id="R4f7d0e49a04f492e"/>
    <p:sldId xmlns:r="http://schemas.openxmlformats.org/officeDocument/2006/relationships" id="261" r:id="R9c14e6ba28d3461d"/>
    <p:sldId xmlns:r="http://schemas.openxmlformats.org/officeDocument/2006/relationships" id="262" r:id="Ra0a866eb2fc04860"/>
    <p:sldId xmlns:r="http://schemas.openxmlformats.org/officeDocument/2006/relationships" id="263" r:id="R7754071eb8f64864"/>
    <p:sldId xmlns:r="http://schemas.openxmlformats.org/officeDocument/2006/relationships" id="264" r:id="R416bac008fe74766"/>
    <p:sldId xmlns:r="http://schemas.openxmlformats.org/officeDocument/2006/relationships" id="265" r:id="Rfd9a9224595d4946"/>
    <p:sldId xmlns:r="http://schemas.openxmlformats.org/officeDocument/2006/relationships" id="266" r:id="Rd48c0bcffc124f5b"/>
    <p:sldId xmlns:ns0="http://schemas.openxmlformats.org/officeDocument/2006/relationships" id="267" ns0:id="rId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1b795b88bc14211" Type="http://schemas.openxmlformats.org/officeDocument/2006/relationships/slideMaster" Target="slideMasters/slideMaster1.xml"/><Relationship Id="R0834819156f0460d" Type="http://schemas.openxmlformats.org/officeDocument/2006/relationships/viewProps" Target="viewProps.xml"/><Relationship Id="R0e85cad6cb474539" Type="http://schemas.openxmlformats.org/officeDocument/2006/relationships/theme" Target="theme/theme1.xml"/><Relationship Id="R3e1d1fe1d69f42eb" Type="http://schemas.openxmlformats.org/officeDocument/2006/relationships/slide" Target="slides/slide2.xml"/><Relationship Id="R416bac008fe74766" Type="http://schemas.openxmlformats.org/officeDocument/2006/relationships/slide" Target="slides/slide9.xml"/><Relationship Id="R4f7d0e49a04f492e" Type="http://schemas.openxmlformats.org/officeDocument/2006/relationships/slide" Target="slides/slide5.xml"/><Relationship Id="R61e908738bf94433" Type="http://schemas.openxmlformats.org/officeDocument/2006/relationships/slide" Target="slides/slide4.xml"/><Relationship Id="R7754071eb8f64864" Type="http://schemas.openxmlformats.org/officeDocument/2006/relationships/slide" Target="slides/slide8.xml"/><Relationship Id="R97e5fb7b8d0540c2" Type="http://schemas.openxmlformats.org/officeDocument/2006/relationships/notesMaster" Target="notesMasters/notesMaster1.xml"/><Relationship Id="R9c14e6ba28d3461d" Type="http://schemas.openxmlformats.org/officeDocument/2006/relationships/slide" Target="slides/slide6.xml"/><Relationship Id="Ra0a866eb2fc04860" Type="http://schemas.openxmlformats.org/officeDocument/2006/relationships/slide" Target="slides/slide7.xml"/><Relationship Id="Ra4bf8af95d4b4fca" Type="http://schemas.openxmlformats.org/officeDocument/2006/relationships/presProps" Target="presProps.xml"/><Relationship Id="Rab286aa903cd4364" Type="http://schemas.openxmlformats.org/officeDocument/2006/relationships/tableStyles" Target="tableStyles.xml"/><Relationship Id="Raf968e719e0645a2" Type="http://schemas.openxmlformats.org/officeDocument/2006/relationships/slide" Target="slides/slide1.xml"/><Relationship Id="Rb35ffe7e109147e2" Type="http://schemas.openxmlformats.org/officeDocument/2006/relationships/slide" Target="slides/slide3.xml"/><Relationship Id="Rd48c0bcffc124f5b" Type="http://schemas.openxmlformats.org/officeDocument/2006/relationships/slide" Target="slides/slide11.xml"/><Relationship Id="Rfd9a9224595d4946" Type="http://schemas.openxmlformats.org/officeDocument/2006/relationships/slide" Target="slides/slide10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ffb7ff39118640c7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77365a5a104125" Type="http://schemas.openxmlformats.org/officeDocument/2006/relationships/slide" Target="../slides/slide1.xml"/><Relationship Id="R7a163d7bf4c54ee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b40a3ff6ebd44f31" Type="http://schemas.openxmlformats.org/officeDocument/2006/relationships/slide" Target="../slides/slide2.xml"/><Relationship Id="Rb439dadf4c41495e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a4f2e2c844e14525" Type="http://schemas.openxmlformats.org/officeDocument/2006/relationships/slide" Target="../slides/slide3.xml"/><Relationship Id="Rc82769acffc142c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ce43c54bd304f82" Type="http://schemas.openxmlformats.org/officeDocument/2006/relationships/slide" Target="../slides/slide4.xml"/><Relationship Id="Rdc6b317dd574451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2896f620e02444c" Type="http://schemas.openxmlformats.org/officeDocument/2006/relationships/notesMaster" Target="../notesMasters/notesMaster1.xml"/><Relationship Id="Rfdaa900ae8d24ff6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bad7932a4794c9a" Type="http://schemas.openxmlformats.org/officeDocument/2006/relationships/slide" Target="../slides/slide6.xml"/><Relationship Id="Rf75d5fb0d476477a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b922f364b1d44547" Type="http://schemas.openxmlformats.org/officeDocument/2006/relationships/notesMaster" Target="../notesMasters/notesMaster1.xml"/><Relationship Id="Re8bbfdbcdc85428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ad8d4489482141ab" Type="http://schemas.openxmlformats.org/officeDocument/2006/relationships/slide" Target="../slides/slide8.xml"/><Relationship Id="Rf4d1c0b969f945c0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3f747072cb34c03" Type="http://schemas.openxmlformats.org/officeDocument/2006/relationships/slide" Target="../slides/slide9.xml"/><Relationship Id="R852f84b849a8431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04358f77ff24efd" Type="http://schemas.openxmlformats.org/officeDocument/2006/relationships/notesMaster" Target="../notesMasters/notesMaster1.xml"/><Relationship Id="Rb26c9daefff74bee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d51d2e2231e443a5" Type="http://schemas.openxmlformats.org/officeDocument/2006/relationships/notesMaster" Target="../notesMasters/notesMaster1.xml"/><Relationship Id="Reb595cccff4a44e5" Type="http://schemas.openxmlformats.org/officeDocument/2006/relationships/slide" Target="../slides/slide1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a01728711b954357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a5e7368bee5410d" Type="http://schemas.openxmlformats.org/officeDocument/2006/relationships/theme" Target="../theme/theme1.xml"/><Relationship Id="Re4588fd12f6a49c6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588fd12f6a49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141d5ac5ef5744f6" Type="http://schemas.openxmlformats.org/officeDocument/2006/relationships/slideLayout" Target="../slideLayouts/slideLayout2.xml"/><Relationship Id="Rd59a2ff412b843b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b0c2f266121497b" Type="http://schemas.openxmlformats.org/officeDocument/2006/relationships/notesSlide" Target="../notesSlides/notesSlide2.xml"/><Relationship Id="R920950d17d654fa6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7f191bcc2973401c" Type="http://schemas.openxmlformats.org/officeDocument/2006/relationships/slideLayout" Target="../slideLayouts/slideLayout2.xml"/><Relationship Id="Red6726192d52454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8e9a50c99cc4bf2" Type="http://schemas.openxmlformats.org/officeDocument/2006/relationships/notesSlide" Target="../notesSlides/notesSlide4.xml"/><Relationship Id="Rff54a73b2f6446ef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ce26d36bfd8841d0" Type="http://schemas.openxmlformats.org/officeDocument/2006/relationships/notesSlide" Target="../notesSlides/notesSlide5.xml"/><Relationship Id="Rddf02cd474744297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0b19b8211ffd456f" Type="http://schemas.openxmlformats.org/officeDocument/2006/relationships/slideLayout" Target="../slideLayouts/slideLayout2.xml"/><Relationship Id="R708389bf4c7e4c8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c5b1dd406f441f2" Type="http://schemas.openxmlformats.org/officeDocument/2006/relationships/notesSlide" Target="../notesSlides/notesSlide7.xml"/><Relationship Id="Rbd20ce3758334260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ab236e6ec57c4829" Type="http://schemas.openxmlformats.org/officeDocument/2006/relationships/slideLayout" Target="../slideLayouts/slideLayout2.xml"/><Relationship Id="Rb4d99876758f4c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c70c2734cf9a431e" Type="http://schemas.openxmlformats.org/officeDocument/2006/relationships/slideLayout" Target="../slideLayouts/slideLayout2.xml"/><Relationship Id="Rdd1b5641fbb04df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3c41139b63c454f" Type="http://schemas.openxmlformats.org/officeDocument/2006/relationships/slideLayout" Target="../slideLayouts/slideLayout2.xml"/><Relationship Id="R5ac74539cb76433f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537dde293da46a3" Type="http://schemas.openxmlformats.org/officeDocument/2006/relationships/slideLayout" Target="../slideLayouts/slideLayout2.xml"/><Relationship Id="Rcea48d6049bd443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D6C52-5B3C-4256-A06E-0FA3A0CA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B8464-6649-4B19-AAD9-D11B0D33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C2A64-90FF-4B5A-816C-955FB4D2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B9711-B4C8-43C1-B6BC-26FC01C6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INFRA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9A68B-B746-4E5F-B2E0-93C6D23E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81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 Skill 审计到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运维经验沉淀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D8A96-D09C-412B-A909-AF2D6D02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论文调研 / Siclaw 实践 / 兴趣小组方向规划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2C7D8-4C93-488E-8B13-52F410C2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 是 Infra Agent 的经验接口；</a:t>
            </a:r>
          </a:p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 audit 是经验进入推理过程的观测层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D5E9-B0E3-4E3B-9E35-41DBA21D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CEC66-F1E2-4BEE-9917-D684AEF8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7EA37-19B2-4966-A63B-92B9DDF0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81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66933-B7E5-43E9-9159-C8E75710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674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Chat / 工单 / 日志 / Skill 进入 LLM Wiki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8D2E2-4946-45F2-AF78-B0585A3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340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31977-00A7-4A7C-B8EF-F7B2224C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816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5454D-8E3C-4A23-B103-87146560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81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自动追溯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691A4-1578-4311-B970-DE504105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674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从排障路径生成可审核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449E4-5D09-4680-A59B-8098393D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340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900B8A-170E-4DC8-928C-B91A343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816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7717D-DCF9-4B85-8BE8-BBD34A67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81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稳定性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39BED-1465-452B-8E4E-4B7FED5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用 checkpoint 降低漏步骤和跳结论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9EDCC-A84E-4ABC-B46D-963D86DA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2026-05-14</a:t>
            </a:r>
          </a:p>
        </p:txBody>
      </p:sp>
    </p:spTree>
    <p:extLst>
      <p:ext uri="{BB962C8B-B14F-4D97-AF65-F5344CB8AC3E}">
        <p14:creationId xmlns:p14="http://schemas.microsoft.com/office/powerpoint/2010/main" val="12218575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B7F12-E06C-4496-AF98-1653A04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767EA-8A11-4072-A12C-08EDB17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EE146-2A17-47BD-A912-AA800DC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F3C45-7B66-4193-BDDA-186A25DA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5D1DD-5FC4-4E53-947C-534D7BE6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FF931-81DF-4A84-9AC5-A9900ADD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WHY THIS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CD8EF-4CE8-45B4-AEF6-C6A7E18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专家 Agent 模式下，Skill 是否被正确使用本身就是系统问题。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9816-7507-4810-9647-CC40662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Siclaw 不假设一个 Agent 配齐所有 Skill，而是用专家模式承载更大的 Skill 池。能力拆分之后，路由、遵循、复用都需要被观测。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A6FC-C51F-412A-81F2-5280A1BF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B4714-409A-4836-8384-76AF0C5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全局 Skill 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FA3D2-11BA-4640-AE89-58501FE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3-5X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5E6DB-F155-4483-8710-F11113B1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Kubernetes / GPU / 存储 / 网络 / 调度 / 告警 / 脚本 / 诊断流程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2091B-7FF1-48CB-A081-29C6A204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7662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FE5D8-A42F-44A1-9146-B139A648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718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92E3F-F3DD-4819-B13A-4BC01E3F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857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DFFEB-3908-4EFE-A46B-C44C490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专家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E6E37-5E20-4DCD-AD58-999F28B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59669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059669"/>
                </a:solidFill>
                <a:latin typeface="Georgia"/>
                <a:ea typeface="Georgia"/>
                <a:cs typeface="Georgia"/>
              </a:rPr>
              <a:t>0.5-1X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5784E-1274-49AE-90EE-511935D3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1A042-C60E-4CE4-9569-11903A0B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只携带局部经验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D07D8-449C-4FF4-9C87-498C09F5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29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1F678-6676-475E-9154-7A46AB92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624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需要运行时选择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4E05C-F267-4454-BC03-E11338B2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6FADD-AB53-440D-BD64-3711F52A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205F5-E088-4142-AB7E-73B3C540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3812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2D0D7-2BE7-453F-BC23-C1DF760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717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黑盒风险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D04DC-B5A4-4162-8495-FCAE2C9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57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E9FB7-8D49-42D0-928E-3CB09CD0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凭训练知识操作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3FBD9-263B-4ABC-92D4-7E75256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19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5CFD1-2631-4A97-B7F0-655E8E30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忽略组织经验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186588-4AE0-4E68-8417-043D3E1D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81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27251-ADF6-4CE0-AB33-9A2141DC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147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结论不编排事实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BBE126-AE9C-4917-84AB-0F29F32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关键判断：答对一次，不等于经验体系发挥了作用。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16099-2450-43D2-9ABB-75936B7A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2447291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844B0-6630-47A2-8643-33CF12A5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9FDA1-2D2A-40F5-839D-7179B8E7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0D42F-BAEF-4417-9ACB-1887E521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EBE3B-51CB-4044-B87E-FC6C98FD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E56AB-7974-4D9D-BC83-7FBB274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F4E0E-6BA8-4176-912B-1881B448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RESEARCH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9E97E-8919-4480-AE6E-0521E1C0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81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2026 年的相关工作，正在把 Skill 从提示词资产推进为可训练、可路由、可演化的经验系统。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5B6E-7AAA-48D0-9818-BF6045B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076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5AD44-1C17-4621-BE7F-F5201A66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575AA-CDA2-4CB8-A1E3-BDEEE05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SkillRL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35D00-436E-481F-8DAA-784BCEB3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轨迹蒸馏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E8566-3425-4F1D-BCC6-5CDD7D0C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从 raw trajectory 中抽取高层可复用行为模式，形成 SkillBank 并递归演化。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BB8BF-C16F-4E53-AAE9-C32E66D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2076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DC8FE-5676-4D43-9936-2DBA36EE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0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02D02-D192-446D-8F55-6294A9C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SkillRouter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E5184-F7D9-4C82-881E-F353DFE6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48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技能路由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D0A43-1B67-4099-9747-B9EB514E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290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大规模 Skill 池下，完整 Skill 文本比名称/描述更能支撑准确路由。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3250C-ED32-4E34-ADC3-DAA95CC3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2076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FE93EE-0353-41B8-98DD-FBACDA31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FCCB3-8097-464C-B391-61460566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MemPalace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D84B5-A522-4BEE-8D70-ACAFF5B3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48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原文记忆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49C9F-1F17-4A2C-8F60-6D228B6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保留原始对话与上下文，再做结构化检索和知识图谱。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E312B-8EC9-4DB8-8997-7481147F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076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5B358-71C6-4E0F-833C-927BA920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5C774-F89C-4D46-A539-F4898DC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Hermes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06ECF-3C92-48B6-A936-1EE66C75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成长型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E1147-107F-488A-A75D-434C57D9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Memory / Skill / Tool / Session 协同增长，支持长期能力沉淀。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77297-6828-40FF-847D-B40DDBB6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2076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E66798-EEE3-4EEF-88AD-E157F59F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06D2D-05EA-44B1-A627-440CAE3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860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RTK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A6273-BABE-4C4C-9AA4-D9C38A1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噪声压缩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30D04-8176-4EA2-8A37-D88C1F7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压缩 CLI 输出噪声，把上下文预算留给关键证据和推理。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590B1-4892-4CAC-880A-3CB3BAF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71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 Siclaw 的共同启发：Skill 不能只“存在”，还要能被选择、被遵循、被评价、被更新。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4CF71-D1B5-42C1-A1DD-D437757F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arXiv 2602.08234, arXiv 2603.22455, MemPalace, Hermes Agent, RTK</a:t>
            </a:r>
          </a:p>
        </p:txBody>
      </p:sp>
    </p:spTree>
    <p:extLst>
      <p:ext uri="{BB962C8B-B14F-4D97-AF65-F5344CB8AC3E}">
        <p14:creationId xmlns:p14="http://schemas.microsoft.com/office/powerpoint/2010/main" val="6096347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8F455-5BBE-429A-9B27-FEF07ABA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983E9-5AB5-4985-97D9-5C0F4D96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E15BE-0902-49B7-84AA-C9941DC9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16F56-9842-45AF-906E-7DEAFD07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8FACC-8D7A-4C76-84BC-0EF061DC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12A75-9023-402D-AE0B-6D25A32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PRACTICE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EE798-B234-4B58-8DB5-1BEBFAD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Siclaw 实测证明：没有 audit，Skill 体系是否发挥作用很难判断。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D8C50-3054-437C-AD68-B73B6535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64442-6048-48A3-BA98-35554B48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自然排查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E56D9-DD18-4CE9-87A6-EB0A111D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43150"/>
            <a:ext cx="3752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正确定位 Pending / PVC / StorageClass / Node 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FA8B9-E643-4760-853F-A8A9222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CD83F-6F8B-4BFD-996E-EDF0ADFE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skill_read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51A11-775C-43F8-A36F-59E00462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622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答对不等于用了组织经验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86DF6-FDB6-42FC-82AA-6D955F28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0675D-BCEC-47DD-8768-C25FA522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显式要求读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CE767-9967-44DF-9EE5-4B5A6669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3752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Agent 读取 pvc-debug 等流程 Skill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F50CA-356E-493D-AAD2-90DE41AC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2B847-FC13-4F98-BEDA-E5FF17B2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528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prompt 强制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40EE1-1E8D-4F1C-A836-E236CB5E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可消费，但不代表自然行为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B5719-CF4D-4822-A4EB-A3E52044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B796D-912D-4201-B417-8DF4BBD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新版自然任务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795C3-8298-411A-84B7-95B33C4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52950"/>
            <a:ext cx="3752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自然读取 pod-pending-debug，但漏 pvc-debug / node-health-check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7F29A-B805-4B0C-AC6E-AE38B0B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7826E-C4F7-4F71-8CCD-11A4511E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577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部分覆盖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A750-5F45-47B0-9525-3DE9C357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audit 能揭示遗漏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12128-522C-4150-A6E5-EA6AEE63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998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66480-A5E3-4581-B8A1-3109F6D6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实践结论：我们需要统计“应读哪些 Skill、实际读了哪些、何时读、读后是否覆盖关键证据”。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3FD06-DF6D-4360-98E8-1A5316CE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Source: Siclaw skill audit validation cases, 2026-05-14</a:t>
            </a:r>
          </a:p>
        </p:txBody>
      </p:sp>
    </p:spTree>
    <p:extLst>
      <p:ext uri="{BB962C8B-B14F-4D97-AF65-F5344CB8AC3E}">
        <p14:creationId xmlns:p14="http://schemas.microsoft.com/office/powerpoint/2010/main" val="17204202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5FC4E-2186-42A4-882A-DB70C9C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6D213-3447-4916-9F8C-FB8EDADE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6922-C125-49EF-A313-55B4B258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57AA-E954-481D-8CA4-3CDD3C4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E6239-5AA9-433A-A7FD-1BA8D065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CDAE6-3210-425E-B79E-F99C5DB1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GROUP ALIGNMENT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1A4BF-0147-4F5C-8282-1C17747D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这次调研可以直接嵌入 Infra 智能化兴趣小组的四个方向。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785AC-DECB-4A9A-B064-327F5E3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B85CB-7BCC-4755-A7E3-3032B41A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兴趣小组方向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0F91D-5A0C-4775-AE93-1A282895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4D643-026E-43C0-A4F6-A260138A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2628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当前关注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68974-6661-463B-A594-3CCD82E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EC5D7-5BA2-4B14-9FE8-56CB578E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47875"/>
            <a:ext cx="3200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Siclaw 连接点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07C2-0837-47E5-AD48-AE3D5B4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526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49A3C-7CD3-498E-AD6E-4268DAF0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2152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阶段产出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116E3-DFDF-4397-97C6-42BDACE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7A758-2E0C-45C3-8A8B-9AB7EE6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集群知识库体系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4AF3A-B3B0-4F5B-8FBF-A7C10A9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76475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78569-CF47-45C4-A03D-87CDE13D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98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代码 / 文档 / 工单 / Chat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LLM Wiki / 知识冲突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3AAD4-F273-4A94-B12D-1A3577E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1A3C8-0B30-4634-A5E2-6E1A363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09825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audit trace 把真实排障路径变成结构化经验源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58CD5-D641-4B25-A363-6E3E8ED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764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73753E-7C24-428A-AC80-228CC8C6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9825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SRE LLM Wiki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RCA 知识图谱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11408-F3D4-44D5-B758-CAEECCC4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6B05C-A735-4F26-9EF7-B9B407B9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自动追溯与 Skill 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8D63A-1439-47B5-ACB5-EE13D0B8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14675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5A401-AA0B-4D36-BC1D-52B7573E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480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人经验 -&gt; Agent 能力模块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失败经验总结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D0787-429C-4B4F-9EC7-970AABE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14675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25B2D-04ED-4D2E-84A8-C22E8C33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48025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先审计现有 Skill，再生成候选 Skill patch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DF5566-3E36-4E3D-A3B9-19004755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146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04BD5-6AD4-4BF7-8BCE-201BB5C7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48025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Skill evolution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反模式库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071B4-8335-4F86-BEA6-4D61C60F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5287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CD996-CD56-45C0-AA71-11A1FD9C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长工作流稳定性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CC992-8350-43A8-8C84-1A1A28CB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52875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A01F7-8D9B-4792-9A9F-6CDDBB82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862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漏步骤 / 死循环 / 偏离目标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Planner / Executor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AF2C7-033F-4DFA-987B-76923276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52875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8247A-44F0-4728-8373-48C34A95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86225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expected skill 与证据清单可成为 checkpoint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0E29ED-8519-42BC-8F58-85C4B1C1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528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80C2A7-EECC-48DA-ACEC-66C394B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86225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诊断 DAG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稳定性评估集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E039C0-D94C-47E5-80B2-21A5848C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2A7FC0-3EC3-4908-B2EC-54F54568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24425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智算中心规划智能体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78C640-CFAF-426F-95DD-6BAC96A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91075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640753-1761-4A96-9D23-AE7ED011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24425"/>
            <a:ext cx="262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设备 / 网络 / 机柜 / 电力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BOM / SOP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0BC595-5F69-4745-BFFC-B460FD31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947A10-C981-4DBB-A763-1F4F2963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24425"/>
            <a:ext cx="320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规划 Skill 也可审计是否引用必要知识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7DCE60-321E-4254-9D4C-E2EA5D74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91075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72454D-BD33-4726-962C-421E3132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24425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规划 Skill Map</a:t>
            </a:r>
          </a:p>
          <a:p xmlns:a="http://schemas.openxmlformats.org/drawingml/2006/main">
            <a:pPr algn="l">
              <a:def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BOM 审计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ECAABF-72F2-455A-84E9-8DE388F4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6713891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8EB2A1-6999-4FBA-93A3-9DC7E2E8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89D6-13C5-4AD5-8F47-FEABB26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3A92E-B66F-4326-B461-BC872A0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123ED-6688-4FF2-BCC2-03B1BAA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107A9-1690-494B-90DC-B4524D31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D553E-CD0D-4EA2-9CD2-3C1452A0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SYSTEM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82CA1-7CBC-4622-85DC-1379C2B5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从多源数据到 Skill 演化，需要一条可审计的闭环。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7B212-C7EF-46EE-BDF4-CF1EEB4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2D53D-031E-4BCA-8647-25010DF9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多源经验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3CE34-2365-48AE-AB87-5ABCB87B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Chat / 工单 / 日志 / trace / 代码 / 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AF4A2-21AE-4FDC-B376-A0295A4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5C627-0F80-4CC0-AC28-F82848B2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351C2-B0E1-40F1-9BF2-1D4988D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93B14-31FB-4B26-AD20-FEF8346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70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结构化知识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42EDF-BF34-426F-83A2-C9574585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67050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任务类型 / 根因类型 / 证据类型 / 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3147E-A197-4684-BCD3-1B874F0F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03F4F-B4D4-4B8E-93FC-95126489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F311E-78D5-4771-9311-FA39A7F9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CA1B4-761C-4840-8CAB-15E268A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670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SkillBank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E1EEE-86B8-4F8C-BD58-9C099AC8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67050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流程 / 脚本 / 反模式 / 安全边界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FF1092-406C-42AC-9A38-98973021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A5350-FA51-41DB-B2D2-A1DA61B9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670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4FE5A-F83F-42EC-BC88-ED6B238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86161-ACAE-4446-A3FD-D3204349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Router + 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DF10D-1F51-49BA-B54F-E9A3C5D8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67050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expected skill / DAG / checkpoint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841AF-F6DB-4083-A914-FAE6502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7182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E0F6E-EFDD-47C0-9066-F22A31ED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670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36EFC-CE22-49E9-970D-915D7EE7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57450"/>
            <a:ext cx="161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9D8B7-AE15-44FA-BDA0-BA4A2BC8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6700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Execution +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EE25B5-2169-4D09-9CC6-6C3D9BD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67050"/>
            <a:ext cx="1295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tool calls / skill read / evidence / conclusion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1ACC9C-AF92-4C37-BA25-826E84B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E295F-74C9-4080-B8C6-232DD078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replay / judge / human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FA9F0-0DCB-4FAD-9C3F-C0176A42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91050"/>
            <a:ext cx="-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BB0C28-9D53-4729-880F-9AE0B8B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862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A2A0C9-BF62-4741-AB0D-9952D2EF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91050"/>
            <a:ext cx="-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A84976-1A28-4211-A6CA-067715CB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862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A2158-35D7-4F79-9FAA-E16EB526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-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D53D52-53D1-416D-A5EA-39A5A3E7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862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152EA8-B8B4-4E50-9890-51A5A320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闭环原则：先记录行为，再评价路径，最后才自动沉淀或更新 Skill。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EE2C0B-B1F9-40C5-AF60-F41E6C4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14083121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B75769-6DB7-4D08-B28A-50184319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25F08-7D40-4391-8E36-E83BE5D5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E9CB1-FD3A-48FC-9A76-76FEECA5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67F2B-8AB8-4094-9E39-AAD85E5B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8813C-0666-4552-ACC6-2F7D0A7A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2A555-2BEE-4C58-BD9C-0F8A86B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A1CA7-FB35-40FB-A5B8-67989B70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52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建议先做可观测性，再做 Skill Map，最后进入自动演化和 LLM Wiki。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FBD2B-C10E-4AAC-8366-83EA289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6B839-E991-4115-A341-2960B37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7B567-D96E-4B18-9A37-E37FE21B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可观测性底座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E02CE-DB0D-4467-A87A-9BDA419A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ledger / summary / case corpus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D7177-87B9-409F-A2B0-08BF1A6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62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5F4AF-7F4D-45E9-93DA-E9FB8E2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575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32B37-E5D1-4869-AFC0-F2A8378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51998-C896-4427-B79F-9337E1AC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59669"/>
                </a:solidFill>
                <a:latin typeface="Georgia"/>
                <a:ea typeface="Georgia"/>
                <a:cs typeface="Georgia"/>
              </a:rP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D9B5A-4A4A-4B80-99F0-04DC58A8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718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任务到 Skill 矩阵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819B0-2ABE-42D2-8548-344B0B3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taxonomy / expected skill / coverage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4E4D0-2015-4C5C-B45C-66203E1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7493B-55CC-400D-81DC-F17AFC70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575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06F72-E3D0-4B4A-8118-8449B796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FB9D2-A205-4664-BFB4-0F5D4BD3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78FB1-0F7F-4DFB-AABE-89AA6C0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经验沉淀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EC228-95FC-4E61-B866-F45FEE31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success path / failure pattern / skill patch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BA650B-F793-430F-ADD8-0C30FA70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62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A1D9CC-F597-402C-B5A5-5DB2A4C5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575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4324D-4B62-4CEC-9FD6-C4630F52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2415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48C7F9-D2BD-487D-A059-186A204F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7C3AED"/>
                </a:solidFill>
                <a:latin typeface="Georgia"/>
                <a:ea typeface="Georgia"/>
                <a:cs typeface="Georgia"/>
              </a:rPr>
              <a:t>P3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AAB7D-221B-4C01-8781-7DB1C59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718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Workflow checkpoint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6FA37-F5AE-4D84-A927-FBC761F4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52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Planner / Executor / DAG /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49DE2-2FBF-40A1-8D19-116D9C49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623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2B21B-91F0-476F-99A1-BDBCAF5A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575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0696E-BA07-45A5-BE55-A9FD77A7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6954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3D9613-B221-4DA4-B934-ACEFC69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91C1C"/>
                </a:solidFill>
                <a:latin typeface="Georgia"/>
                <a:ea typeface="Georgia"/>
                <a:cs typeface="Georgia"/>
              </a:rPr>
              <a:t>P4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8EA080-E5C7-4557-B423-3F2BB99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718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LLM Wiki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FF73D5-6D6B-47EB-AC33-3F31AB46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5285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原文证据 / 结构化索引 / 版本失效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260A4D-BB9C-43B2-940F-5B7F69FD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 P0 先行：没有真实行为数据，微调、自动生成 Skill、知识图谱都会缺少评估底座。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9BE4DE-1A14-460A-961F-9998B0E9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680683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7EB07-CFFC-4C5A-866F-999264C9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6047E-AA80-482B-8666-53F22F86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B3012-4641-436B-852B-1FFACB51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7DA5D-3E79-4518-BDA9-ABE5236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07061-40BC-49F2-8C77-2D19F71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93780-3973-492D-80E7-487EBA3B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AUDIT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16DC1-5319-4D82-847F-BE7003A9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Skill audit 的指标要同时回答：有没有用、有没有查对、Skill 值不值。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AACEB-39A2-4F7A-AE7C-7898A04C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971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357BB-6AE8-43FC-BE40-0B3A836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5C7F-5C40-412C-BD6E-AA57354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 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34657-FE48-49EE-8C06-35896DA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F5C01-81A3-4325-A504-74C557BE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28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Skill exposure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70890-5A8C-4BD1-AA89-C0D62D24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12ECC-936C-44B0-A8C2-A1ACA38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Skill read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80D4C-4FF0-433B-8890-B14D5D3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3773D-85CF-41B5-8EA5-9DD868CF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Expected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D8734-ED58-47E6-99B1-5C81C57E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106C2-FA1F-41E1-A0D3-2C30E5B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Missing expected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9DEC9-0D53-4C5A-A0C6-29D57E34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03D37-A6F7-41FB-A717-4215F1B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05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Read-before-evidence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21BF7-8E9B-43D6-AECA-01698C0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2971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66011-030E-4A23-BFF4-A0324A3E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FC63E-939B-4745-BCF9-5A2E8DBE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诊断质量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59DE3-A748-403A-92C4-8E04B0CC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F2889-11E6-4F88-B3AD-69414424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28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Evidence citation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B060F-58D7-4BB9-B4D6-F8DB2D02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BBD30-006D-4A1D-A423-D52CE364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Checklist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CD819-A88A-47C7-AD06-64724F8A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1D208-E5FB-4E3C-96EA-26AF849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67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Unsupported conclusion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AB026-004E-47D6-9D5F-4B114C6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31DAD-D2DE-43F6-9869-107FA160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86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Repeated tool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6914CE-4E6D-45D7-93D5-9A40ABEF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57B9D-00FB-4FFB-8A5F-459010E3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05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Human correction 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A194E4-629C-4113-8B51-1FB569E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971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08FDAD-C202-48EE-B4A4-6043BC73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80586E-18CB-4978-9002-33CD0BE0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Skill 价值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D76CC9-022B-42BA-B3BB-7F55F861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CF1457-35EE-4489-88AF-CC28D56A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Hot skill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6CB522-40EB-4884-8B1A-2BBB2D77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AC2422-9D14-43F3-8E23-BD03A5DA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Cold skill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F771C-2484-4842-BF3D-9D7662F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55F68D-5ED2-4F4D-B7F6-DE3FBEDF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67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Misleading skill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F7AA87-52E7-44F7-AEBA-EC167278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C6DFFD-2A4E-4E37-964A-4FBDE38A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Update candidate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F13412-4FBF-4419-9314-E057218F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DCB8CE-CB6C-4B81-8E60-CF2216A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05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Retire candidate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E89B7B-FB7F-4987-BB49-7F4530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18123610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921E4-D56C-486C-8DE3-5265E317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D065B-EE35-4312-B962-97BAF06E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AB096-D22C-4D4F-A469-B675F5F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7D2D1-CCD1-429A-9E31-1ACD314B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CBF93-0E7F-4405-85B2-33D58BF5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ACD9-E3B5-44B8-B4DD-30D73628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LLM WIKI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65456-0CEB-4E91-BB2D-1AC86B9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运维知识库不应只存总结；需要保留原文证据，再结构化、再归纳。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0DF6C-52AE-467F-8DF9-760245A0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70913-5ACE-4ACE-96ED-81A20F2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193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原文证据层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617B1-A670-4ECE-A134-617ACCF0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Chat / ticket / log / trace / kubectl output / tool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52FF1-529B-4AA6-9404-895CBEAF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784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6700D-A2D7-4491-B0C3-3AA42115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384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结构化索引层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B86AE-C029-499C-912D-7A94FD56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461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任务类型 / 根因类型 / 对象 / 证据 / Skill / 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23805-9AC3-4228-A49C-A4AEAB6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1475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B5085-469F-4835-9F78-F5028251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归纳总结层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0AE71-E214-4C60-BE82-DE8DA8AC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86200"/>
            <a:ext cx="388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经验卡片 / Skill / runbook / 反模式 / SOP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6F5C5-E0D7-4111-8FAF-E7831300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33900"/>
            <a:ext cx="640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2441A-1C5C-4ADE-8161-D527C979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767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执行反馈层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AD70C-C952-4B39-A390-95DF0D5A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05350"/>
            <a:ext cx="3162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是否命中 / 是否误导 / 是否过期 / replay 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393B2-D72C-46F3-A6FD-D28B3B0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71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关键难点：非结构化数据标准化、知识冲突、版本失效、跨集群适用边界。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54852-C71E-46D8-9E2C-771DBE3C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1654504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01770-D603-48BE-A44E-5020AAF1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A1774-DFBE-4583-A018-F24C2C61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F57CB-DE69-487B-894A-E5160D8D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DCA91-AFC9-4A60-85BD-3394D5A1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36947-4168-4B04-9A60-D615AB6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8173D-B01F-42D1-B178-96ABCE63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SAFETY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6C93A-121E-4C74-822E-1BE71404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自动生成 Skill 可以做，但必须先有审计、回放、人审和权限边界。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D0E31-4F59-4DF5-975B-FAFB7E52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504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938F3-E306-4975-A1BF-1849F582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563E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8049E-6B75-41BC-B3BC-1EC325C4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候选生成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E3788-88C4-4C41-ABA9-275CE66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从高频成功路径和失败反模式生成 Skill patch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B852A-ACA8-4D0A-A050-3F5FB5E6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F415C-F612-4A15-88BE-E786D75D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813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E2700-2B9D-42DC-9788-92125270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504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45016-3811-445C-AEE5-58006C60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5966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48A59-0552-4A8D-ABA9-7A8B8A0C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证据追溯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AA2C3-58DF-4E5C-B923-A2CB3D06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29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每条新经验必须能回到 case / tool output / 版本上下文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A802B-0B23-4466-97F7-F26594F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E0B6F-F70E-4CB9-8932-A7CBD592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813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CD853-E06A-4983-A271-FB57C674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504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844A5-CFB8-40F9-9A29-CC7D5833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7791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249FF-0620-415C-9F1E-35BC7B7D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离线回放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355E8-CDBE-4D54-B0D0-82CC9E7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用历史 case 验证是否提升覆盖率、减少绕路、降低误判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A3678-01FA-4E69-848F-E449A56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0086E8-3CA6-47BB-B863-8C8A8A2C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80F56-F682-4C97-A053-AE892238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504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80637-B539-4562-9DDE-5C33C024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1C1C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B91C1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162EC-8E48-4200-B44B-52D3F392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安全审核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70F585-6450-4903-A5C0-74CAA2E2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29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命令白名单、dry-run、权限边界、人工审批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B6F2D3-C888-4F1C-A9A8-C5A3967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7AE7D-2D99-4540-9EC8-1D13CC2E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012937-6AFC-4003-8372-55CCF6D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504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6BC265-B88B-4400-A1B0-37331AD6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7C3AED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CD7C7-8422-422D-A188-197E534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版本发布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7FEF6E-6326-4C79-8E25-CA74D52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灰度、失效机制、冲突检测、回滚路径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CA9482-8D6F-4CA6-8AFD-5176EE4E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原则：先让 Agent 提议，不让 Agent 直接发布危险经验。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0B2417-4FAA-4767-B38C-2842F70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11022701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76253-AE58-4F70-945E-7903AB69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342B7-8880-4409-9147-2D12719B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9782D-846C-4D41-8E67-C12B0E63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Infra Intelligence / Siclaw 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09781-04F9-4AF1-B6DA-407D8D48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143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9FAF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9FAFB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A2ED0-FB5B-4301-93D8-6F86BC2C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8DE57-A14E-4B1D-A1F4-D27403E0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COLLABORATION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3703-489A-45F6-B5B2-8C481AC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建议把这次探索拆成四个兴趣小组工作包。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86B39-5F56-47E7-844A-B79162B8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67BBA-CABE-4900-AF64-AC5AA8EB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2BB4B-AE30-4848-8D2B-B9153C4C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Infra RCA Skill Map v0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F3D8-E64C-43A8-952E-B5F841E9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任务类型 -&gt; Skill / 证据 / 工具映射，支持专家 Agent 配置与路由评估。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3D6DE-F83F-4E15-AE3E-615767C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5DEC1-613B-4603-AE06-E42128DC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3C7CD-6F2F-476A-A5D2-CDC9BA36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rPr>
              <a:t>Skill Audit Dataset v0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9DDEF-71CB-4800-83A1-A5E44948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从真实 Siclaw 会话沉淀可回放 case，用于 judge、router、checkpoint 评估。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DAA37-AB13-4C7F-9847-8BC7E1B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84D-FBF8-4AB6-A2DE-29B7069A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E4C89-D8BE-4884-8FE0-1C5D0124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791F"/>
                </a:solidFill>
                <a:latin typeface="PingFang SC"/>
                <a:ea typeface="PingFang SC"/>
                <a:cs typeface="PingFang SC"/>
              </a:rPr>
              <a:t>Skill Evolution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30834-8A65-40C8-ADB4-483627F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基于 audit trace 自动提议 Skill 新增 / 修改 / 废弃，但人审后发布。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84C9E-2A9A-45DB-BC46-94423734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3F999-D3AA-49F5-9066-1E49B5CF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A5C02-E567-4A9E-8ADB-0502843E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1C1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91C1C"/>
                </a:solidFill>
                <a:latin typeface="PingFang SC"/>
                <a:ea typeface="PingFang SC"/>
                <a:cs typeface="PingFang SC"/>
              </a:rPr>
              <a:t>LLM Wiki for SRE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1438B-6FB8-4359-908E-0F41929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把 Chat、工单、日志、trace、Skill、audit 串成可追溯知识库。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E424A-09A9-4032-AE9D-929A8413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71E22-0EE1-4FA2-A1F0-3452DB81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资源建议：自建 MaaS API 优先支持离线 judge / replay / router；GPU 和微调放在真实 audit 数据形成之后。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02479-69D9-45EA-8BF0-3F22D5F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Sources: SkillRL, SkillRouter, MemPalace, Hermes Agent, RTK; Siclaw skill audit practice</a:t>
            </a:r>
          </a:p>
        </p:txBody>
      </p:sp>
    </p:spTree>
    <p:extLst>
      <p:ext uri="{BB962C8B-B14F-4D97-AF65-F5344CB8AC3E}">
        <p14:creationId xmlns:p14="http://schemas.microsoft.com/office/powerpoint/2010/main" val="1441683436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37160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D1D5DB"/>
                </a:solidFill>
                <a:latin typeface="PingFang SC"/>
              </a:rPr>
              <a:t>Infra Intelligence / Siclaw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0972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9FAFB"/>
                </a:solidFill>
                <a:latin typeface="Menlo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813816"/>
            <a:ext cx="27432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731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PingFang S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60704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11827"/>
                </a:solidFill>
                <a:latin typeface="PingFang SC"/>
              </a:rPr>
              <a:t>论文与项目参考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865376"/>
            <a:ext cx="10972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PingFang SC"/>
              </a:rPr>
              <a:t>SkillRL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1051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PingFang SC"/>
              </a:rPr>
              <a:t>Evolving Agents via Recursive Skill-Augmented Reinforcement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810512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2563EB"/>
                </a:solidFill>
                <a:latin typeface="Menlo"/>
              </a:rPr>
              <a:t>https://arxiv.org/abs/2602.08234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478024"/>
            <a:ext cx="109728" cy="10972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2316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PingFang SC"/>
              </a:rPr>
              <a:t>SkillRouter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PingFang SC"/>
              </a:rPr>
              <a:t>Skill Routing for LLM Agents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42316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2563EB"/>
                </a:solidFill>
                <a:latin typeface="Menlo"/>
              </a:rPr>
              <a:t>https://arxiv.org/abs/2603.22455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3090672"/>
            <a:ext cx="109728" cy="109728"/>
          </a:xfrm>
          <a:prstGeom prst="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35808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7791F"/>
                </a:solidFill>
                <a:latin typeface="PingFang SC"/>
              </a:rPr>
              <a:t>SkillFlow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0358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PingFang SC"/>
              </a:rPr>
              <a:t>Benchmarking Lifelong Skill Discovery and Evolution for Autonomous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035808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2563EB"/>
                </a:solidFill>
                <a:latin typeface="Menlo"/>
              </a:rPr>
              <a:t>https://arxiv.org/abs/2604.17308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3703320"/>
            <a:ext cx="109728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648456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PingFang SC"/>
              </a:rPr>
              <a:t>MemPalace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648456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PingFang SC"/>
              </a:rPr>
              <a:t>Memory palace / LLM Wiki reference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648456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2563EB"/>
                </a:solidFill>
                <a:latin typeface="Menlo"/>
              </a:rPr>
              <a:t>https://github.com/mempalace/mempalace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4315968"/>
            <a:ext cx="109728" cy="109728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261104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PingFang SC"/>
              </a:rPr>
              <a:t>Hermes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26110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PingFang SC"/>
              </a:rPr>
              <a:t>Skills, memory, tools, and sessions for growing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261104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2563EB"/>
                </a:solidFill>
                <a:latin typeface="Menlo"/>
              </a:rPr>
              <a:t>https://github.com/NousResearch/hermes-agent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4928616"/>
            <a:ext cx="109728" cy="10972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873752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34155"/>
                </a:solidFill>
                <a:latin typeface="PingFang SC"/>
              </a:rPr>
              <a:t>RTK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487375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334155"/>
                </a:solidFill>
                <a:latin typeface="PingFang SC"/>
              </a:rPr>
              <a:t>Trace / CLI noise compression reference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873752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2563EB"/>
                </a:solidFill>
                <a:latin typeface="Menlo"/>
              </a:rPr>
              <a:t>https://github.com/rtk-ai/rtk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" y="6199632"/>
            <a:ext cx="10241280" cy="9144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632764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>
                <a:solidFill>
                  <a:srgbClr val="64748B"/>
                </a:solidFill>
                <a:latin typeface="PingFang SC"/>
              </a:rPr>
              <a:t>Note: SkillFlow is especially relevant for separating skill usage from skill utility in lifelong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2026-05-14T07:42:04.3900000Z</dcterms:created>
  <dcterms:modified xsi:type="dcterms:W3CDTF">2026-05-14T07:42:04.3900000Z</dcterms:modified>
</coreProperties>
</file>