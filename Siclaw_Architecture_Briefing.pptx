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1A2E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Times New Roman"/>
              </a:rPr>
              <a:t>Siclaw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8D0F0"/>
                </a:solidFill>
                <a:latin typeface="Times New Roman"/>
              </a:rPr>
              <a:t>AI-Powered SRE Copilot for Kubernetes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8AACC"/>
                </a:solidFill>
                <a:latin typeface="Times New Roman"/>
              </a:rPr>
              <a:t>Architecture &amp; Implementation Deep-Dive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606040"/>
            <a:ext cx="3639312" cy="2011680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7919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Runtime Modes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935224"/>
            <a:ext cx="341985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000000"/>
                </a:solidFill>
                <a:latin typeface="Times New Roman"/>
              </a:rPr>
              <a:t>• TUI (single-user terminal)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000000"/>
                </a:solidFill>
                <a:latin typeface="Times New Roman"/>
              </a:rPr>
              <a:t>• Gateway + LocalSpawner (multi-user dev)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000000"/>
                </a:solidFill>
                <a:latin typeface="Times New Roman"/>
              </a:rPr>
              <a:t>• Gateway + K8sSpawner (production)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1" y="2606040"/>
            <a:ext cx="3639312" cy="2011680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1" y="267919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Core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2935224"/>
            <a:ext cx="341985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000000"/>
                </a:solidFill>
                <a:latin typeface="Times New Roman"/>
              </a:rPr>
              <a:t>• pi-agent / Claude SDK brain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000000"/>
                </a:solidFill>
                <a:latin typeface="Times New Roman"/>
              </a:rPr>
              <a:t>• Whitelist command validator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000000"/>
                </a:solidFill>
                <a:latin typeface="Times New Roman"/>
              </a:rPr>
              <a:t>• Hybrid memory (vector + FTS)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2" y="2606040"/>
            <a:ext cx="3639312" cy="2011680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7302" y="2679192"/>
            <a:ext cx="3456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Key Design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0" y="2935224"/>
            <a:ext cx="341985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000000"/>
                </a:solidFill>
                <a:latin typeface="Times New Roman"/>
              </a:rPr>
              <a:t>• Defense-in-depth security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000000"/>
                </a:solidFill>
                <a:latin typeface="Times New Roman"/>
              </a:rPr>
              <a:t>• Multi-user workspace isolation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000000"/>
                </a:solidFill>
                <a:latin typeface="Times New Roman"/>
              </a:rPr>
              <a:t>• Reflective hypothesis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8B0"/>
                </a:solidFill>
                <a:latin typeface="Times New Roman"/>
              </a:rPr>
              <a:t>Intern Onboarding Briefing  |  2026-04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3112" y="65836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8B0"/>
                </a:solidFill>
                <a:latin typeface="Times New Roman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Times New Roman"/>
              </a:rPr>
              <a:t>1 · Overall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  <a:latin typeface="Times New Roman"/>
              </a:rPr>
              <a:t>Three runtime modes share one agent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836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8B0"/>
                </a:solidFill>
                <a:latin typeface="Times New Roman"/>
              </a:rPr>
              <a:t>2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3794760" cy="29260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24712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Deployment Modes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44752"/>
            <a:ext cx="3794760" cy="1371600"/>
          </a:xfrm>
          <a:prstGeom prst="rect">
            <a:avLst/>
          </a:prstGeom>
          <a:solidFill>
            <a:srgbClr val="E8F0FA"/>
          </a:solidFill>
          <a:ln w="19050">
            <a:solidFill>
              <a:srgbClr val="1F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087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5C9E"/>
                </a:solidFill>
                <a:latin typeface="Times New Roman"/>
              </a:rPr>
              <a:t>TUI Mode (Single-User)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55648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Entry: cli-main.ts → createSiclawSession()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pi-coding-agent SessionManager + InteractiveMode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Local filesystem: .siclaw/agent/sessions/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No database, no network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880360"/>
            <a:ext cx="3794760" cy="1371600"/>
          </a:xfrm>
          <a:prstGeom prst="rect">
            <a:avLst/>
          </a:prstGeom>
          <a:solidFill>
            <a:srgbClr val="FFF5E6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9443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Times New Roman"/>
              </a:rPr>
              <a:t>Gateway + LocalSpawner (Dev)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191256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Entry: gateway-main.ts → HTTP + WebSocket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All AgentBox instances run in-process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⚠ Shared filesystem — all users share one FS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DB: sql.js (WASM SQLite, single-process)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315968"/>
            <a:ext cx="3794760" cy="1371600"/>
          </a:xfrm>
          <a:prstGeom prst="rect">
            <a:avLst/>
          </a:prstGeom>
          <a:solidFill>
            <a:srgbClr val="E6F5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437997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Times New Roman"/>
              </a:rPr>
              <a:t>Gateway + K8sSpawner (Prod)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4626864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Entry: agentbox-main.ts per pod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One isolated K8s pod per user/workspace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mTLS between Gateway ↔ AgentBox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DB: MySQL (Gateway) + node:sqlite (Memory)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097280"/>
            <a:ext cx="3794760" cy="29260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124712"/>
            <a:ext cx="3611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Shared Agent Core (src/core/)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444752"/>
            <a:ext cx="3794760" cy="475488"/>
          </a:xfrm>
          <a:prstGeom prst="rect">
            <a:avLst/>
          </a:prstGeom>
          <a:solidFill>
            <a:srgbClr val="1A2E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48132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Times New Roman"/>
              </a:rPr>
              <a:t>agent-factory.ts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148132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DDEE"/>
                </a:solidFill>
                <a:latin typeface="Times New Roman"/>
              </a:rPr>
              <a:t>createSiclawSession() — wires every component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993392"/>
            <a:ext cx="3794760" cy="47548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202996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Times New Roman"/>
              </a:rPr>
              <a:t>prompt.ts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202996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E4F8"/>
                </a:solidFill>
                <a:latin typeface="Times New Roman"/>
              </a:rPr>
              <a:t>buildSreSystemPrompt() — template + safety section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542032"/>
            <a:ext cx="3794760" cy="47548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57860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Times New Roman"/>
              </a:rPr>
              <a:t>guard-pipeline.ts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257860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E4F8"/>
                </a:solidFill>
                <a:latin typeface="Times New Roman"/>
              </a:rPr>
              <a:t>4-stage guard: input / output / persist /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090672"/>
            <a:ext cx="3794760" cy="47548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12724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Times New Roman"/>
              </a:rPr>
              <a:t>tool-registry.ts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4688" y="312724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E4F8"/>
                </a:solidFill>
                <a:latin typeface="Times New Roman"/>
              </a:rPr>
              <a:t>Declarative tool resolution by mode + policy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639312"/>
            <a:ext cx="3794760" cy="47548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367588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Times New Roman"/>
              </a:rPr>
              <a:t>brains/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367588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E4F8"/>
                </a:solidFill>
                <a:latin typeface="Times New Roman"/>
              </a:rPr>
              <a:t>PiAgentBrain (TUI) · ClaudeSdkBrain (Gateway)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187952"/>
            <a:ext cx="3794760" cy="47548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422452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Times New Roman"/>
              </a:rPr>
              <a:t>extensions/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4688" y="422452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E4F8"/>
                </a:solidFill>
                <a:latin typeface="Times New Roman"/>
              </a:rPr>
              <a:t>deep-investigation · compaction-safeguard · pruning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097280"/>
            <a:ext cx="3749039" cy="29260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1124712"/>
            <a:ext cx="3566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Supporting Systems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1444752"/>
            <a:ext cx="3749039" cy="1371600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1517904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src/tools/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1773936"/>
            <a:ext cx="3529583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cmd-exec/  — restricted_bash, node_exec, pod_exec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script-exec/ — skill scripts (trusted path)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query/       — memory_search, memory_get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workflow/    — deep_search hypothesis engine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infra/       — command-sets, validator, sanitizer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880360"/>
            <a:ext cx="3749039" cy="1371600"/>
          </a:xfrm>
          <a:prstGeom prst="rect">
            <a:avLst/>
          </a:prstGeom>
          <a:solidFill>
            <a:srgbClr val="F0FFF0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2953512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src/memory/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8" y="3209544"/>
            <a:ext cx="3529583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indexer.ts     — SQLite + sqlite-vec embeddings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session-summarizer.ts — auto-save investigation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.memory.db    — chunks, investigations, patterns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Hybrid retrieval: 70% vector + 30% FTS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4315968"/>
            <a:ext cx="3749039" cy="1371600"/>
          </a:xfrm>
          <a:prstGeom prst="rect">
            <a:avLst/>
          </a:prstGeom>
          <a:solidFill>
            <a:srgbClr val="FFF8F0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389120"/>
            <a:ext cx="3566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src/gateway/ + src/agentbox/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8" y="4645152"/>
            <a:ext cx="3529583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HTTP + WebSocket server (150+ RPC methods)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AgentBoxManager — spawn / route / monitor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skills/ — 4-stage approval gate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00000"/>
                </a:solidFill>
                <a:latin typeface="Times New Roman"/>
              </a:rPr>
              <a:t>• channels/ — Slack, Discord, Telegram, DingTalk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6217920"/>
            <a:ext cx="11731752" cy="475488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236208"/>
            <a:ext cx="11457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0392B"/>
                </a:solidFill>
                <a:latin typeface="Times New Roman"/>
              </a:rPr>
              <a:t>⚠  Two Separate Databases:  Gateway DB (sql.js WASM, single-process) — users / sessions / skills  │  Memory DB (node:sqlite + FTS5) — embeddings / investigation records  (pi-agent only)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Times New Roman"/>
              </a:rPr>
              <a:t>2 · End-to-End Agent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  <a:latin typeface="Times New Roman"/>
              </a:rPr>
              <a:t>From user message to response — 6 pipeline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836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8B0"/>
                </a:solidFill>
                <a:latin typeface="Times New Roman"/>
              </a:rPr>
              <a:t>3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15568"/>
            <a:ext cx="1719072" cy="1444752"/>
          </a:xfrm>
          <a:prstGeom prst="rect">
            <a:avLst/>
          </a:prstGeom>
          <a:solidFill>
            <a:srgbClr val="1A2E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17957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① Session
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572768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D8E8FF"/>
                </a:solidFill>
                <a:latin typeface="Times New Roman"/>
              </a:rPr>
              <a:t>agent-factory.ts
Load config
Init memory
Resolve tools
Setup guards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47672" y="1837944.0"/>
            <a:ext cx="201168" cy="0.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148840" y="1115568"/>
            <a:ext cx="1719072" cy="1444752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117957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② System
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1572768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EFF"/>
                </a:solidFill>
                <a:latin typeface="Times New Roman"/>
              </a:rPr>
              <a:t>prompt.ts
DEFAULT_TEMPLATE
+PROFILE.md
+KNOWLEDGE.md
+SAFETY_SECTION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67912" y="1837944.0"/>
            <a:ext cx="201168" cy="0.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069080" y="1115568"/>
            <a:ext cx="1719072" cy="1444752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3088" y="117957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③ LLM
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1572768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EFF"/>
                </a:solidFill>
                <a:latin typeface="Times New Roman"/>
              </a:rPr>
              <a:t>brain.prompt()
Input guards
StreamFn → API
Output guards
Stream UI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88152" y="1837944.0"/>
            <a:ext cx="201168" cy="0.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989320" y="1115568"/>
            <a:ext cx="1719072" cy="1444752"/>
          </a:xfrm>
          <a:prstGeom prst="rect">
            <a:avLst/>
          </a:prstGeom>
          <a:solidFill>
            <a:srgbClr val="15655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117957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④ Tool
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572768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EFF"/>
                </a:solidFill>
                <a:latin typeface="Times New Roman"/>
              </a:rPr>
              <a:t>LLM emits toolCalls
Validate command
Execute tool
Sanitize output
Append to context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08392" y="1837944.0"/>
            <a:ext cx="201168" cy="0.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909560" y="1115568"/>
            <a:ext cx="1719072" cy="1444752"/>
          </a:xfrm>
          <a:prstGeom prst="rect">
            <a:avLst/>
          </a:prstGeom>
          <a:solidFill>
            <a:srgbClr val="6C37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117957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⑤ Response
Final.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1572768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EFF"/>
                </a:solidFill>
                <a:latin typeface="Times New Roman"/>
              </a:rPr>
              <a:t>Persist guard
400 KB cap
Context guard
75%/90% budget
Return to user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28632" y="1837944.0"/>
            <a:ext cx="201168" cy="0.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829800" y="1115568"/>
            <a:ext cx="1719072" cy="1444752"/>
          </a:xfrm>
          <a:prstGeom prst="rect">
            <a:avLst/>
          </a:prstGeom>
          <a:solidFill>
            <a:srgbClr val="B73A1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93808" y="1179576"/>
            <a:ext cx="15910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⑥ Session
Save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1572768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EEFF"/>
                </a:solidFill>
                <a:latin typeface="Times New Roman"/>
              </a:rPr>
              <a:t>session-summarizer
Extract record
→ .memory.db
Create .md summary
Embed &amp; index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743200"/>
            <a:ext cx="11750040" cy="29260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770632"/>
            <a:ext cx="11567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Deep Investigation Extension (src/core/extensions/deep-investigation.ts)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090672"/>
            <a:ext cx="3822191" cy="2240280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163824"/>
            <a:ext cx="363931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State Machine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" y="3419856"/>
            <a:ext cx="3602735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idle  →  question_pending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→  hypotheses_pending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→  hypotheses_confirmed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→  validating  (deep_search running)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→  complete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78808" y="3090672"/>
            <a:ext cx="3822191" cy="2240280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3163824"/>
            <a:ext cx="363931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deep_search Tool Budget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88536" y="3419856"/>
            <a:ext cx="3602735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NORMAL: 15 ctx calls, 5 hyps, 75 total, 300s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QUICK:  10 ctx calls, 3 hyps, 40 total, 180s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Phase 1: Triage &amp; context gather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Phase 2: Hypothesis generation + ranking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Phase 3: Parallel validation (max 3 concurrent)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Phase 4: Conclusion synthesis → memory DB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9016" y="3090672"/>
            <a:ext cx="3822191" cy="2240280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0456" y="3163824"/>
            <a:ext cx="363931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Early Exit Heuristic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744" y="3419856"/>
            <a:ext cx="3602735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If any hypothesis confidence &gt; 85%: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  → skip remaining &lt; 60% confidence hyps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Checklist in TUI: ○ ◔ ✔ ✘ ? ⊘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Conclusion stored as structured record: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  rootCauseCategory, causalChain,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  remediationSteps, 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" y="6355080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8B0"/>
                </a:solidFill>
                <a:latin typeface="Times New Roman"/>
              </a:rPr>
              <a:t>Guard Pipeline stages:  Input (sanitize + repair pairing)  →  Output (trim names + repair malformed JSON args)  →  Persist (orphan handling + 400 KB truncation)  →  Context (budget tiers: 50% single-result / 75% compact / 90% abort)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Times New Roman"/>
              </a:rPr>
              <a:t>3–4 · kubectl Command Generation &amp; Correctness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  <a:latin typeface="Times New Roman"/>
              </a:rPr>
              <a:t>6-pass security pipeline · hypothesis-driven reflection · investigation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836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8B0"/>
                </a:solidFill>
                <a:latin typeface="Times New Roman"/>
              </a:rPr>
              <a:t>4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852160" cy="29260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0642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3  How kubectl Commands Are Generated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26464"/>
            <a:ext cx="256032" cy="475488"/>
          </a:xfrm>
          <a:prstGeom prst="rect">
            <a:avLst/>
          </a:prstGeom>
          <a:solidFill>
            <a:srgbClr val="1A2E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26464"/>
            <a:ext cx="557784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4630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A2E4A"/>
                </a:solidFill>
                <a:latin typeface="Times New Roman"/>
              </a:rPr>
              <a:t>Pass 1 — Shell Operator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65506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Times New Roman"/>
              </a:rPr>
              <a:t>Block: \n \r  backticks  $()  &lt;()  &gt;()  input-redirect &lt;  write-redirects &gt; &gt;&gt;  (except &gt;&amp;N &gt;/dev/null)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938528"/>
            <a:ext cx="256032" cy="47548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938528"/>
            <a:ext cx="557784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97510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5C9E"/>
                </a:solidFill>
                <a:latin typeface="Times New Roman"/>
              </a:rPr>
              <a:t>Pass 2 — Pipeline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6712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Times New Roman"/>
              </a:rPr>
              <a:t>Split on | &amp;&amp; || ; (respects quotes / subshells / escapes) → list of discrete commands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450592"/>
            <a:ext cx="256032" cy="47548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450592"/>
            <a:ext cx="557784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4871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5C9E"/>
                </a:solidFill>
                <a:latin typeface="Times New Roman"/>
              </a:rPr>
              <a:t>Pass 3 — Binary Whitelist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7919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Times New Roman"/>
              </a:rPr>
              <a:t>Each binary looked up in context-keyed COMMANDS map: 'local' | 'node' | 'pod'  +  extraAllowed 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962656"/>
            <a:ext cx="256032" cy="475488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962656"/>
            <a:ext cx="557784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9992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7AE60"/>
                </a:solidFill>
                <a:latin typeface="Times New Roman"/>
              </a:rPr>
              <a:t>Pass 4 — kubectl Subcommand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19125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Times New Roman"/>
              </a:rPr>
              <a:t>SAFE_SUBCOMMANDS: get describe logs explain top api-resources api-versions version cluster-info config auth certificate debug  BLOCKED: exec apply create delete patch scale drain edit label taint rollout  logs requires --tail or --since flag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474720"/>
            <a:ext cx="256032" cy="475488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474720"/>
            <a:ext cx="557784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5112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67E22"/>
                </a:solidFill>
                <a:latin typeface="Times New Roman"/>
              </a:rPr>
              <a:t>Pass 5 — Per-Command Restrictions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70332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Times New Roman"/>
              </a:rPr>
              <a:t>COMMAND_RULES registry:  grep blocks -r flag,  cat blocks absolute paths outside allowed dirs,  curl: GET/HEAD/OPTIONS only,  no sed/awk/nc/wget/bash/sh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986784"/>
            <a:ext cx="256032" cy="475488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986784"/>
            <a:ext cx="557784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0233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0392B"/>
                </a:solidFill>
                <a:latin typeface="Times New Roman"/>
              </a:rPr>
              <a:t>Pass 6 — Sensitive Path Block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21538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000000"/>
                </a:solidFill>
                <a:latin typeface="Times New Roman"/>
              </a:rPr>
              <a:t>25+ patterns blocked: /etc/passwd /root/.ssh/* /proc/environ *.siclaw/credentials/* /etc/siclaw/certs/*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517136"/>
            <a:ext cx="585216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4535424"/>
            <a:ext cx="55778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C0392B"/>
                </a:solidFill>
                <a:latin typeface="Times New Roman"/>
              </a:rPr>
              <a:t>OS Isolation (Primary Defense — ADR-010):
Main process: agentbox user (UID 1000)  |  Child processes: sudo -E -u sandbox (UID 1001)
kubectl: setgid kubecred (GID 1002) — only kubectl binary can read kubeconfig
Environment sanitization strips *_API_KEY *_SECRET *_TOKEN *_PASSWORD before child exec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078992"/>
            <a:ext cx="5623560" cy="29260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106424"/>
            <a:ext cx="5440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4  How the Agent Assures Correctness (Reflection)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426464"/>
            <a:ext cx="5623560" cy="1170432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49961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Hypothesis-Driven Investigation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1755648"/>
            <a:ext cx="54041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Agent proposes hypotheses via propose_hypotheses tool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Each hypothesis validated by a dedicated sub-agent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Sub-agent runs real kubectl / node_exec commands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Confidence score assigned per hypothesis (0–100%)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Early exit if any hypothesis &gt; 85% confidence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2651760"/>
            <a:ext cx="5623560" cy="1170432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72491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Output Sanitization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2980944"/>
            <a:ext cx="54041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Pre-execution: analyzeOutput() checks binary + args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Post-execution: applySanitizer() redacts secrets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Pipeline fallback: line-level redaction on piped output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Skill scripts exempt (trusted — passed 3-gate review)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877056"/>
            <a:ext cx="5623560" cy="1170432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95020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Guard Pipeline Correctness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4206240"/>
            <a:ext cx="54041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Input guard: drops malformed tool calls before LLM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Persist guard: inserts synthetic error for unmatched calls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Context guard: preemptive abort at 90% context budget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Result truncation: head+tail strategy preserves error msgs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5102352"/>
            <a:ext cx="5623560" cy="1170432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175504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Investigation Feedback Loop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5431536"/>
            <a:ext cx="540410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investigation_feedback tool: confirmed/corrected/rejected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Updates memory/.memory.db with feedback signal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Confirmed → boost weight (×1.5) for similar future cases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Rejected → suppress weight (×0.1) for similar cases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• File: src/tools/query/investigation-feedback.ts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Times New Roman"/>
              </a:rPr>
              <a:t>5–6 · Knowledge Base &amp; Memory / Context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  <a:latin typeface="Times New Roman"/>
              </a:rPr>
              <a:t>Hybrid vector + FTS retrieval · 4-source context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836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8B0"/>
                </a:solidFill>
                <a:latin typeface="Times New Roman"/>
              </a:rPr>
              <a:t>5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852160" cy="29260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0642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5  Where Operational Knowledge Comes From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26464"/>
            <a:ext cx="5852160" cy="2194560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499616"/>
            <a:ext cx="5632704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30+ Core Skills baked into Docker image (skills/core/)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  pod-crash-debug · pod-pending-debug · dns-debug · networkpolicy-debug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  pvc-debug · ingress-debug · node-health-check · node-logs …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Each SKILL.md encodes step-by-step SRE runbooks as agent instructions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Skills pass 4-stage approval: Draft → Static analysis (22 DANGER_PATTERNS)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  → AI semantic review → Human reviewer gate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Skills are NOT subject to command whitelist — they are pre-reviewed trusted code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Additional knowledge via uploadable docs (PDF, Markdown) → knowledge_search tool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• Past investigation records stored in .memory.db and retrieved via memory_search</a:t>
            </a:r>
          </a:p>
          <a:p>
            <a:pPr>
              <a:spcBef>
                <a:spcPts val="100"/>
              </a:spcBef>
            </a:pPr>
            <a:r>
              <a:rPr sz="880">
                <a:solidFill>
                  <a:srgbClr val="000000"/>
                </a:solidFill>
                <a:latin typeface="Times New Roman"/>
              </a:rPr>
              <a:t>  → Agent learns from prior incidents; confidence boosted by user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675887"/>
            <a:ext cx="5852160" cy="749808"/>
          </a:xfrm>
          <a:prstGeom prst="rect">
            <a:avLst/>
          </a:prstGeom>
          <a:solidFill>
            <a:srgbClr val="E8F8E8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694176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AE60"/>
                </a:solidFill>
                <a:latin typeface="Times New Roman"/>
              </a:rPr>
              <a:t>Embedding Provider (src/memory/embeddings.ts)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913632"/>
            <a:ext cx="5669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00000"/>
                </a:solidFill>
                <a:latin typeface="Times New Roman"/>
              </a:rPr>
              <a:t>Supports: Claude API (claude-3-5-sonnet) · OpenAI (text-embedding-3-large) · custom endpoints
Configured via settings.json → embedding key  |  Default retrieval: top-K=10, min threshold=0.35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78992"/>
            <a:ext cx="5623560" cy="29260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06424"/>
            <a:ext cx="5440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6  Memory System (src/memory/)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26464"/>
            <a:ext cx="5623560" cy="475488"/>
          </a:xfrm>
          <a:prstGeom prst="rect">
            <a:avLst/>
          </a:prstGeom>
          <a:solidFill>
            <a:srgbClr val="F0F8FF"/>
          </a:solidFill>
          <a:ln w="9525">
            <a:solidFill>
              <a:srgbClr val="1F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721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5C9E"/>
                </a:solidFill>
                <a:latin typeface="Times New Roman"/>
              </a:rPr>
              <a:t>memory_chunks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1463040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Times New Roman"/>
              </a:rPr>
              <a:t>Markdown chunks from PROFILE.md, docs, repos  (FTS5 + vector indexed)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38528"/>
            <a:ext cx="5623560" cy="475488"/>
          </a:xfrm>
          <a:prstGeom prst="rect">
            <a:avLst/>
          </a:prstGeom>
          <a:solidFill>
            <a:srgbClr val="F0F8FF"/>
          </a:solidFill>
          <a:ln w="9525">
            <a:solidFill>
              <a:srgbClr val="1F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842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5C9E"/>
                </a:solidFill>
                <a:latin typeface="Times New Roman"/>
              </a:rPr>
              <a:t>investigation_records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975104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Times New Roman"/>
              </a:rPr>
              <a:t>Structured records from deep_search conclusions  (rootCauseCategory, causalChain, confidence, remediation)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450592"/>
            <a:ext cx="5623560" cy="475488"/>
          </a:xfrm>
          <a:prstGeom prst="rect">
            <a:avLst/>
          </a:prstGeom>
          <a:solidFill>
            <a:srgbClr val="F0F8FF"/>
          </a:solidFill>
          <a:ln w="9525">
            <a:solidFill>
              <a:srgbClr val="1F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963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5C9E"/>
                </a:solidFill>
                <a:latin typeface="Times New Roman"/>
              </a:rPr>
              <a:t>investigation_patterns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2487168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Times New Roman"/>
              </a:rPr>
              <a:t>Aggregated patterns by category (count, avg confidence, common remediations)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962656"/>
            <a:ext cx="5623560" cy="475488"/>
          </a:xfrm>
          <a:prstGeom prst="rect">
            <a:avLst/>
          </a:prstGeom>
          <a:solidFill>
            <a:srgbClr val="F0F8FF"/>
          </a:solidFill>
          <a:ln w="9525">
            <a:solidFill>
              <a:srgbClr val="1F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0083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5C9E"/>
                </a:solidFill>
                <a:latin typeface="Times New Roman"/>
              </a:rPr>
              <a:t>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999232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Times New Roman"/>
              </a:rPr>
              <a:t>Vector embeddings via sqlite-vec column  (dimensionality from embedding provider config)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520440"/>
            <a:ext cx="5623560" cy="502920"/>
          </a:xfrm>
          <a:prstGeom prst="rect">
            <a:avLst/>
          </a:prstGeom>
          <a:solidFill>
            <a:srgbClr val="FFFBE6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478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2E4A"/>
                </a:solidFill>
                <a:latin typeface="Times New Roman"/>
              </a:rPr>
              <a:t>Retrieval Strategy (ADR-005):  score = 0.70 × vector_similarity + 0.30 × FTS_score
with temporal decay applied to older records  |  Result re-ranked by MMR diversity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480560"/>
            <a:ext cx="11750040" cy="29260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507992"/>
            <a:ext cx="11567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6  Context Composition — What Goes into Every LLM 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828032"/>
            <a:ext cx="2862072" cy="1865376"/>
          </a:xfrm>
          <a:prstGeom prst="rect">
            <a:avLst/>
          </a:prstGeom>
          <a:solidFill>
            <a:srgbClr val="F4F4F4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901184"/>
            <a:ext cx="2679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① System Prompt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" y="5157216"/>
            <a:ext cx="264261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DEFAULT_TEMPLATE (or workspace override)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PROFILE.md — user role, infra, preferences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KNOWLEDGE.md — auto-generated from DB patterns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SAFETY_SECTION — hardcoded, never overridable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Mode-conditional blocks stripped (&lt;!-- web-only --&gt;)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27832" y="4828032"/>
            <a:ext cx="2862072" cy="1865376"/>
          </a:xfrm>
          <a:prstGeom prst="rect">
            <a:avLst/>
          </a:prstGeom>
          <a:solidFill>
            <a:srgbClr val="F4F4F4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9272" y="4901184"/>
            <a:ext cx="2679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② Message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5157216"/>
            <a:ext cx="264261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Full conversation stored as JSONL per session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Restored from disk on session restore (AgentBox)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pi-agent SessionManager.transformContext() builds array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Context pruning: keep bookend messages, drop middle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Persist guard ensures paired tool call / result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27064" y="4828032"/>
            <a:ext cx="2862072" cy="1865376"/>
          </a:xfrm>
          <a:prstGeom prst="rect">
            <a:avLst/>
          </a:prstGeom>
          <a:solidFill>
            <a:srgbClr val="F4F4F4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8504" y="4901184"/>
            <a:ext cx="2679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③ Tool Results (Budget Managed)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5157216"/>
            <a:ext cx="264261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Per-result cap: 400 KB (head+tail strategy)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Single result &gt; 50% of budget → truncated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Total &gt; 75% → oldest results compacted to placeholder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Total &gt; 90% → preemptive overflow error thrown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Token estimate: user/assistant 4 ch/tok, results 2 ch/tok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26296" y="4828032"/>
            <a:ext cx="2862072" cy="1865376"/>
          </a:xfrm>
          <a:prstGeom prst="rect">
            <a:avLst/>
          </a:prstGeom>
          <a:solidFill>
            <a:srgbClr val="F4F4F4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17736" y="4901184"/>
            <a:ext cx="2679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2E4A"/>
                </a:solidFill>
                <a:latin typeface="Times New Roman"/>
              </a:rPr>
              <a:t>④ Skill Index (Lazy)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024" y="5157216"/>
            <a:ext cx="264261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DefaultResourceLoader.loadResourceMetadata()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Loaded on-demand when model chooses a skill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Returns: skill name, description, file path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Full SKILL.md content read only when skill is called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000000"/>
                </a:solidFill>
                <a:latin typeface="Times New Roman"/>
              </a:rPr>
              <a:t>• Prevents entire skill corpus from entering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Times New Roman"/>
              </a:rPr>
              <a:t>7 · Analysis Report &amp; Recommended Code Reading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9144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8"/>
                </a:solidFill>
                <a:latin typeface="Times New Roman"/>
              </a:rPr>
              <a:t>Detailed findings summary + prioritised file list for each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836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0A8B0"/>
                </a:solidFill>
                <a:latin typeface="Times New Roman"/>
              </a:rPr>
              <a:t>6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11750040" cy="29260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06424"/>
            <a:ext cx="11567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Key Architectural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26464"/>
            <a:ext cx="320040" cy="420624"/>
          </a:xfrm>
          <a:prstGeom prst="rect">
            <a:avLst/>
          </a:prstGeom>
          <a:solidFill>
            <a:srgbClr val="C039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517904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</a:rPr>
              <a:t>F1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426464"/>
            <a:ext cx="11411712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81328"/>
            <a:ext cx="11201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Times New Roman"/>
              </a:rPr>
              <a:t>Siclaw is NOT a single agent but a three-mode system sharing one agent core. Security and isolation requirements differ radically across modes.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883664"/>
            <a:ext cx="320040" cy="420624"/>
          </a:xfrm>
          <a:prstGeom prst="rect">
            <a:avLst/>
          </a:prstGeom>
          <a:solidFill>
            <a:srgbClr val="1A2E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1975104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</a:rPr>
              <a:t>F2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883664"/>
            <a:ext cx="11411712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938528"/>
            <a:ext cx="11201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Times New Roman"/>
              </a:rPr>
              <a:t>Shell security uses defence-in-depth: OS-level dual-user isolation (primary) + 6-pass whitelist validation (secondary). The LLM is explicitly treated as untrusted.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340864"/>
            <a:ext cx="320040" cy="420624"/>
          </a:xfrm>
          <a:prstGeom prst="rect">
            <a:avLst/>
          </a:prstGeom>
          <a:solidFill>
            <a:srgbClr val="27AE6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2432304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</a:rPr>
              <a:t>F3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340864"/>
            <a:ext cx="11411712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395728"/>
            <a:ext cx="11201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Times New Roman"/>
              </a:rPr>
              <a:t>The agent gains operational knowledge through 30+ bundled SRE skill runbooks, NOT a general knowledge base. Skills go through a 4-stage review gate before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798064"/>
            <a:ext cx="320040" cy="420624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2889504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</a:rPr>
              <a:t>F4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798064"/>
            <a:ext cx="11411712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852928"/>
            <a:ext cx="11201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Times New Roman"/>
              </a:rPr>
              <a:t>Memory is hybrid (70% vector + 30% FTS) and grows over time via auto-saved investigation records. User feedback actively adjusts retrieval confidence weights.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255264"/>
            <a:ext cx="320040" cy="420624"/>
          </a:xfrm>
          <a:prstGeom prst="rect">
            <a:avLst/>
          </a:prstGeom>
          <a:solidFill>
            <a:srgbClr val="E67E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3346704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</a:rPr>
              <a:t>F5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255264"/>
            <a:ext cx="11411712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10128"/>
            <a:ext cx="11201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Times New Roman"/>
              </a:rPr>
              <a:t>Context is composed of four sources — system prompt, message history, tool results (budget-managed), and lazily-loaded skill index — with deterministic truncation rules.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712464"/>
            <a:ext cx="320040" cy="420624"/>
          </a:xfrm>
          <a:prstGeom prst="rect">
            <a:avLst/>
          </a:prstGeom>
          <a:solidFill>
            <a:srgbClr val="6C378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3803904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Times New Roman"/>
              </a:rPr>
              <a:t>F6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712464"/>
            <a:ext cx="11411712" cy="420624"/>
          </a:xfrm>
          <a:prstGeom prst="rect">
            <a:avLst/>
          </a:prstGeom>
          <a:solidFill>
            <a:srgbClr val="F4F4F4"/>
          </a:solidFill>
          <a:ln w="63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767328"/>
            <a:ext cx="11201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Times New Roman"/>
              </a:rPr>
              <a:t>Reflection is hypothesis-driven: the deep_search sub-agent runs parallel validation, assigns confidence scores, early-exits on high-confidence results, and writes conclusions back to memory for future retrieval.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297680"/>
            <a:ext cx="11750040" cy="292608"/>
          </a:xfrm>
          <a:prstGeom prst="rect">
            <a:avLst/>
          </a:prstGeom>
          <a:solidFill>
            <a:srgbClr val="1F5C9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325112"/>
            <a:ext cx="11567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Recommended Code Reading Path by Topic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645152"/>
            <a:ext cx="3794760" cy="987552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71830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>
                <a:solidFill>
                  <a:srgbClr val="1A2E4A"/>
                </a:solidFill>
                <a:latin typeface="Times New Roman"/>
              </a:rPr>
              <a:t>Topic 1 –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" y="4974336"/>
            <a:ext cx="35753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src/cli-main.ts · src/gateway-main.ts · src/agentbox-main.ts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src/core/agent-factory.ts  (master orchestrator, ~750 lines)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33672" y="4645152"/>
            <a:ext cx="3794760" cy="987552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5112" y="471830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>
                <a:solidFill>
                  <a:srgbClr val="1A2E4A"/>
                </a:solidFill>
                <a:latin typeface="Times New Roman"/>
              </a:rPr>
              <a:t>Topic 2 – Agent Workflow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4974336"/>
            <a:ext cx="35753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src/core/prompt.ts  (system prompt construction)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src/core/guard-pipeline.ts · src/core/stream-wrappers.ts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38744" y="4645152"/>
            <a:ext cx="3794760" cy="987552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0184" y="471830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>
                <a:solidFill>
                  <a:srgbClr val="1A2E4A"/>
                </a:solidFill>
                <a:latin typeface="Times New Roman"/>
              </a:rPr>
              <a:t>Topic 3 – kubectl Generation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2" y="4974336"/>
            <a:ext cx="35753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src/tools/infra/command-sets.ts  (~1100 lines, full whitelist)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src/tools/infra/command-validator.ts · src/tools/cmd-exec/restricted-bash.ts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696712"/>
            <a:ext cx="3794760" cy="987552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76986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>
                <a:solidFill>
                  <a:srgbClr val="1A2E4A"/>
                </a:solidFill>
                <a:latin typeface="Times New Roman"/>
              </a:rPr>
              <a:t>Topic 4 – Reflection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" y="6025896"/>
            <a:ext cx="35753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src/tools/workflow/deep-search/engine.ts  (~800 lines)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src/tools/workflow/deep-search/sub-agent.ts · src/tools/query/investigation-feedback.ts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33672" y="5696712"/>
            <a:ext cx="3794760" cy="987552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25112" y="576986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>
                <a:solidFill>
                  <a:srgbClr val="1A2E4A"/>
                </a:solidFill>
                <a:latin typeface="Times New Roman"/>
              </a:rPr>
              <a:t>Topic 5 – Knowledge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6025896"/>
            <a:ext cx="35753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skills/core/  (30+ SKILL.md runbooks)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src/gateway/skills/  (approval gate: script-evaluator.ts · publishable-state.ts)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38744" y="5696712"/>
            <a:ext cx="3794760" cy="987552"/>
          </a:xfrm>
          <a:prstGeom prst="rect">
            <a:avLst/>
          </a:prstGeom>
          <a:solidFill>
            <a:srgbClr val="E8F0FA"/>
          </a:solidFill>
          <a:ln w="9525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0184" y="5769864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1">
                <a:solidFill>
                  <a:srgbClr val="1A2E4A"/>
                </a:solidFill>
                <a:latin typeface="Times New Roman"/>
              </a:rPr>
              <a:t>Topic 6 – Memory/Context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8472" y="6025896"/>
            <a:ext cx="357530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src/memory/indexer.ts  (~1100 lines)</a:t>
            </a:r>
          </a:p>
          <a:p>
            <a:pPr>
              <a:spcBef>
                <a:spcPts val="100"/>
              </a:spcBef>
            </a:pPr>
            <a:r>
              <a:rPr sz="830">
                <a:solidFill>
                  <a:srgbClr val="000000"/>
                </a:solidFill>
                <a:latin typeface="Times New Roman"/>
              </a:rPr>
              <a:t>→ src/core/tool-result-context-guard.ts · src/core/session-tool-result-guard.ts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" y="6583680"/>
            <a:ext cx="11731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0A8B0"/>
                </a:solidFill>
                <a:latin typeface="Times New Roman"/>
              </a:rPr>
              <a:t>Design contracts &amp; rationale: docs/design/invariants.md · security.md · tools.md · skills.md · guards.md · sanitization.md · decisions.md · harness.md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